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94694"/>
  </p:normalViewPr>
  <p:slideViewPr>
    <p:cSldViewPr snapToGrid="0">
      <p:cViewPr varScale="1">
        <p:scale>
          <a:sx n="102" d="100"/>
          <a:sy n="102" d="100"/>
        </p:scale>
        <p:origin x="2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7E0E-50D6-3CE8-56C7-422B90B79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8D960-66FF-5D55-E892-DE1BFA71E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D3AE1-4CF1-2DE6-61F6-41812BEA0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C9F4D-3AF1-CC4A-AC04-C83F00D61DC1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8FDBE-4602-5FE6-6AD9-A0DF2BFFC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7ED97-CEE5-405C-F265-854C28477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9742-D334-C54F-9DA7-2123A1DC0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5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80AEC-B3F3-4C45-73E3-1C1C710AE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A61F-317F-F43A-92CE-17242F69F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A2A7F-57FA-ED2E-EE80-ADC50A267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C9F4D-3AF1-CC4A-AC04-C83F00D61DC1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FCA69-4863-7D17-E9F8-0FD346303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A7FD7-FC83-5410-E1A3-1EE4B4E48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9742-D334-C54F-9DA7-2123A1DC0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3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8CF2F-DB80-02EC-6799-515308C1E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00FA9-82B4-8618-B0B5-9F6E1C512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1095D-5F05-85AB-4C25-44F379637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C9F4D-3AF1-CC4A-AC04-C83F00D61DC1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67743-971A-155C-A145-1475441AA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C6B17-6A62-874A-F75D-56BD838E3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9742-D334-C54F-9DA7-2123A1DC0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09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E3BD1-E73F-ACEB-7204-3C157688F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4AE47-D929-7561-37A6-86D0396A3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3EAD3-3CB7-C23D-A6A4-6904E58B6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00E7A-89F2-8805-E4F4-860B5B5AD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C9F4D-3AF1-CC4A-AC04-C83F00D61DC1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F9E07-9F56-C19B-49F9-8F6515526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09C4E-0032-EBF1-9C45-6D9508CC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9742-D334-C54F-9DA7-2123A1DC0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63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42217-EB5D-44A7-80A1-01F8BB1FE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A241F-D849-176A-30A4-18CD84B0D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25DD1-2619-4005-EF4A-BEE5F61AC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F81E75-592E-8405-85DD-888CC79F9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14F9AD-8513-173F-9E8F-B1F5CE45E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5EE96A-B87A-3BF3-8C2E-6811A9637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C9F4D-3AF1-CC4A-AC04-C83F00D61DC1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FAC50D-9709-B645-ED37-27DAD26B0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7F3FD6-AE65-ABE9-ACE4-EBF77FF8A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9742-D334-C54F-9DA7-2123A1DC0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5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BB2BC-5B7D-52A8-EAF2-DBC19ABD1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84797-EF19-8D87-3585-48A3C111B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C9F4D-3AF1-CC4A-AC04-C83F00D61DC1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C5FA5-51B0-01B8-B79A-2CB75E3E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2B7AD-14A4-261B-9006-A5A34996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9742-D334-C54F-9DA7-2123A1DC0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90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F0D9ED-9B81-73DD-76B6-0848259BB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C9F4D-3AF1-CC4A-AC04-C83F00D61DC1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4CA1B2-7AAC-26D2-4402-BB44407FB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FCA8C-293B-8F0E-6BAC-5F157B0D1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9742-D334-C54F-9DA7-2123A1DC0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5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E1AE-6278-1087-036A-9177A0A89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D6385-D857-D938-0363-088138DCA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63F93-C4FC-0755-E2E7-DCBEA2F6F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B048A-21FC-DF60-319A-79B0C6D8A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C9F4D-3AF1-CC4A-AC04-C83F00D61DC1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C6C61-E9A6-9834-A825-DBD997A7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391AD-0D2F-E233-7CF0-9820E20B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9742-D334-C54F-9DA7-2123A1DC0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94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25693-C133-DC36-4041-CFE94E68C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3A77BB-6081-DD59-2B6E-98D0059D1D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D0A59-ECDB-B490-1059-15243B822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5B59C-077D-3F99-1D1E-C269F3F5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C9F4D-3AF1-CC4A-AC04-C83F00D61DC1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474E8-4DCC-CD45-0204-D81D7A003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6B9CD-882E-B633-F4AB-737381A08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9742-D334-C54F-9DA7-2123A1DC0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337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786F-AF81-CAA7-4B20-A5FBA74D6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5D62A-7341-DF9C-22C8-B0B0C8878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0B7BC-A13C-7D92-AFFB-F92F5876C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C9F4D-3AF1-CC4A-AC04-C83F00D61DC1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E5401-B668-2B9A-648A-41FDCEB6B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6E428-A133-11A7-9DB4-42531F93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9742-D334-C54F-9DA7-2123A1DC0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89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74B606-BC6F-FA18-08DF-FDCF8584B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1AB264-F361-EF85-7CC5-19ECB7019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332D4-8F8B-AEE9-B01B-D78DF4094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C9F4D-3AF1-CC4A-AC04-C83F00D61DC1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9C561-A1D2-9040-C8C0-CCA0A41A3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9EB7E-2182-D507-565D-B539C540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9742-D334-C54F-9DA7-2123A1DC0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02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A1A81-D687-5C20-A842-4366FC986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CC4A-9143-DD5E-F267-F913E4609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F3329-B03D-3396-C5AE-1C5DA6F097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C9F4D-3AF1-CC4A-AC04-C83F00D61DC1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138A4-14BF-2E3B-30F9-3EB548AF39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6D74B-94BA-672C-C3E2-007F33591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39742-D334-C54F-9DA7-2123A1DC0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5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99F2EA9-5434-0329-0BA9-A27EACD59F3C}"/>
              </a:ext>
            </a:extLst>
          </p:cNvPr>
          <p:cNvGrpSpPr/>
          <p:nvPr/>
        </p:nvGrpSpPr>
        <p:grpSpPr>
          <a:xfrm>
            <a:off x="312802" y="50799"/>
            <a:ext cx="6756401" cy="6756401"/>
            <a:chOff x="312802" y="50799"/>
            <a:chExt cx="6756401" cy="67564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724119C-7C8E-6C6F-0708-24489E89DFFB}"/>
                </a:ext>
              </a:extLst>
            </p:cNvPr>
            <p:cNvSpPr/>
            <p:nvPr/>
          </p:nvSpPr>
          <p:spPr>
            <a:xfrm>
              <a:off x="312802" y="50799"/>
              <a:ext cx="6756399" cy="67563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black and white cross shaped object&#10;&#10;AI-generated content may be incorrect.">
              <a:extLst>
                <a:ext uri="{FF2B5EF4-FFF2-40B4-BE49-F238E27FC236}">
                  <a16:creationId xmlns:a16="http://schemas.microsoft.com/office/drawing/2014/main" id="{AD3881DF-E522-3C9C-BF72-339F5DAB5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alphaModFix amt="67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2245"/>
                      </a14:imgEffect>
                      <a14:imgEffect>
                        <a14:saturation sat="23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12803" y="50800"/>
              <a:ext cx="6756400" cy="6756400"/>
            </a:xfrm>
            <a:prstGeom prst="rect">
              <a:avLst/>
            </a:prstGeom>
          </p:spPr>
        </p:pic>
      </p:grpSp>
      <p:pic>
        <p:nvPicPr>
          <p:cNvPr id="6" name="Picture 5" descr="A black and white cross shaped object&#10;&#10;AI-generated content may be incorrect.">
            <a:extLst>
              <a:ext uri="{FF2B5EF4-FFF2-40B4-BE49-F238E27FC236}">
                <a16:creationId xmlns:a16="http://schemas.microsoft.com/office/drawing/2014/main" id="{CD2091E4-9203-E978-DEC4-56DA703D3136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91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00997" y="1255386"/>
            <a:ext cx="6756400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48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Kim, Joonhwi</dc:creator>
  <cp:lastModifiedBy>Kim, Joonhwi</cp:lastModifiedBy>
  <cp:revision>1</cp:revision>
  <dcterms:created xsi:type="dcterms:W3CDTF">2025-11-22T09:23:52Z</dcterms:created>
  <dcterms:modified xsi:type="dcterms:W3CDTF">2025-11-22T09:30:57Z</dcterms:modified>
</cp:coreProperties>
</file>